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Chain Analysis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Kadir Saifi</a:t>
            </a:r>
          </a:p>
          <a:p>
            <a:r>
              <a:t>Data Analyst Project</a:t>
            </a:r>
          </a:p>
          <a:p>
            <a:r>
              <a:t>Tools: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connects suppliers to customers.</a:t>
            </a:r>
          </a:p>
          <a:p>
            <a:r>
              <a:t>Used SQL for analysis.</a:t>
            </a:r>
          </a:p>
          <a:p>
            <a:r>
              <a:t>Goal: Extract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Database: Supply_Chain</a:t>
            </a:r>
          </a:p>
          <a:p>
            <a:r>
              <a:t>Tables:</a:t>
            </a:r>
          </a:p>
          <a:p>
            <a:r>
              <a:t>Customer</a:t>
            </a:r>
          </a:p>
          <a:p>
            <a:r>
              <a:t>Orders</a:t>
            </a:r>
          </a:p>
          <a:p>
            <a:r>
              <a:t>OrderItem</a:t>
            </a:r>
          </a:p>
          <a:p>
            <a:r>
              <a:t>Product</a:t>
            </a:r>
          </a:p>
          <a:p>
            <a:r>
              <a:t>Supplier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Customer: Id, Name, City, Country</a:t>
            </a:r>
          </a:p>
          <a:p>
            <a:r>
              <a:t>Orders: Id, Date, Amount</a:t>
            </a:r>
          </a:p>
          <a:p>
            <a:r>
              <a:t>Product: Name, Price, SupplierId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-&gt; Orders</a:t>
            </a:r>
          </a:p>
          <a:p>
            <a:r>
              <a:t>Orders -&gt; OrderItem</a:t>
            </a:r>
          </a:p>
          <a:p>
            <a:r>
              <a:t>OrderItem -&gt; Product</a:t>
            </a:r>
          </a:p>
          <a:p>
            <a:r>
              <a:t>Product -&gt; Supplier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* FROM customer;</a:t>
            </a:r>
          </a:p>
          <a:p>
            <a:r>
              <a:t>SELECT * FROM orders;</a:t>
            </a:r>
          </a:p>
          <a:p>
            <a:r>
              <a:t>GROUP BY country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supplier and product</a:t>
            </a:r>
          </a:p>
          <a:p>
            <a:r>
              <a:t>JOIN customer and 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products</a:t>
            </a:r>
          </a:p>
          <a:p>
            <a:r>
              <a:t>Yearly revenue</a:t>
            </a:r>
          </a:p>
          <a:p>
            <a:r>
              <a:t>Customer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demand products identified</a:t>
            </a:r>
          </a:p>
          <a:p>
            <a:r>
              <a:t>Revenue trends analyzed</a:t>
            </a:r>
          </a:p>
          <a:p>
            <a:r>
              <a:t>Supplier performance evaluated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helps in decision making.</a:t>
            </a:r>
          </a:p>
          <a:p>
            <a:r>
              <a:t>Data driven approach improves business.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